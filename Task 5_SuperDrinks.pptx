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E176-8C71-9D89-07BC-DDC66CDCC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71F81-118A-6109-5A48-BD1361C81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9C6EF-DD62-282A-C869-EBD60655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A6116-3429-1913-31CD-B0629732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3924-3A3F-A99F-38BF-2A2785E5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3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058E-DF09-3296-3846-C6695F9C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A7D78-E124-8F7C-25D5-92DEB4B70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F93D5-68C3-A16C-508F-48F41CA7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CC8D1-A788-9E98-DE59-62967449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7D450-FB63-8D98-C368-9D0BD47A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8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0529A-C9E6-39EF-7DF9-A154A16F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8C25D-FA1D-CCE3-84DE-461E61AC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11DF8-6924-3B4D-0DDB-30A4E720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B66F7-C3B2-C6E1-CF2D-560FC6A3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23657-422C-A487-E6A3-2D9A7A1C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59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D628-9C9F-14B5-37AC-6E2B6E7B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37A0-FC41-FB3A-32BD-7C07765F1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D27FB-9A7D-3E66-F442-01FDF282E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CB287-6DD1-799B-5260-C6DDC669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D6C81-B900-4CC6-61A1-A3A01493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2F867-4472-9310-44F5-1EECD5399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9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7F20-9001-F220-113E-D2B936CE2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09BCB-D579-29C5-C6EC-9B5C93508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31D9E-A242-CE72-7B1E-E10B6070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070A8-BD39-3ECC-E086-76E3BBB1F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9B1F9-6D34-D006-8E27-2473637F6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0FAA9-5A4A-D11E-2FDD-96C4BEF2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34B40-7CEC-9383-D416-66766A66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8B9AC-6BA3-A7FD-C54F-45CF62DB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5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CA45-AD28-C7BA-F0C6-1F3D5FC4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C7895-9CC9-E8AD-DFF3-B125B2BA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A0FC9-EF08-7235-846C-1FEF7A12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B435C-8268-D079-2411-26C1D347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6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DD06F-2B04-DEE9-1235-9DDF57B28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DDF5C-A243-D05D-8AC4-E0DDEDDA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B3A90-F11A-6E1A-DD59-861D033F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1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CCC5-4C13-2568-9988-D93577B6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A584-130C-9C84-650B-5CEFE6E1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AF0D1-F7C9-EE09-8915-F5AF67784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6AA53-25F9-07A5-1F2C-F23AED14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83FBB-E81F-B08A-1546-9FA3A70E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4C298-5549-014B-375F-290B1130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91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510C-1264-2FAC-3DF1-95295C61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FBB0D-6288-8934-50B2-881DD14E7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B582A-573E-F5F7-CF3E-C0C577F9A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44667-D744-830C-5A76-B21B4279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8F687-6A9C-3FDF-CB0F-7773E97E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68B34-3725-599A-3378-D1F8270C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8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7687-0FDB-C2F0-F9DB-B26AFB4F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F969A-393D-CF3D-A85E-7C618F4B6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D8B5F-329F-8B8C-34FB-150F4B45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B4F4E-A47B-34FE-36BD-57F721902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49F3-4634-A25C-BA89-F9A6BCC7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77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434EA-F68A-107D-E6F8-5DE1795ED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7A6CF-4988-8AD1-409E-5333C1B4E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00B8A-89FC-88A2-253E-2591F187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52298-6BC5-7165-78EF-F5138CB6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AB983-ED98-591D-0A6F-DB3DBE42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0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CDCB5-49D6-20D1-5861-5427F538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5A65B-BC7D-9CF8-2B7B-E9121232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A48CB-7601-2630-E7AE-24FCC2FEE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C2DD5-0F29-4C31-BF31-8C9008F6174E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7B5C7-F8D5-BE18-0669-F5A5FE454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E470-F577-396E-EB4F-B3711864B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B7886-C463-4B17-AFFB-3E32745D9B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50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32D48-508A-6C7F-4EA3-055ECBC8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CB5055-D958-643C-19C2-0255B0EF9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16" t="5108"/>
          <a:stretch>
            <a:fillRect/>
          </a:stretch>
        </p:blipFill>
        <p:spPr>
          <a:xfrm>
            <a:off x="100013" y="471487"/>
            <a:ext cx="614363" cy="66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87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D899-010A-552E-2396-5AC84DC6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CF27C-B68B-BC2F-12C6-A548DD27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D2A7D6-86E0-E677-7948-E86C4F94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16" t="5108"/>
          <a:stretch>
            <a:fillRect/>
          </a:stretch>
        </p:blipFill>
        <p:spPr>
          <a:xfrm>
            <a:off x="0" y="271462"/>
            <a:ext cx="412043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3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Kanushi Taneja</dc:creator>
  <cp:lastModifiedBy>Kanushi Taneja</cp:lastModifiedBy>
  <cp:revision>2</cp:revision>
  <dcterms:created xsi:type="dcterms:W3CDTF">2026-09-27T14:57:20Z</dcterms:created>
  <dcterms:modified xsi:type="dcterms:W3CDTF">2026-09-27T15:24:40Z</dcterms:modified>
</cp:coreProperties>
</file>